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2">
  <p:sldMasterIdLst>
    <p:sldMasterId id="2147483648" r:id="rId1"/>
  </p:sldMasterIdLst>
  <p:notesMasterIdLst>
    <p:notesMasterId r:id="rId3"/>
  </p:notesMasterIdLst>
  <p:sldIdLst>
    <p:sldId id="2134804881" r:id="rId2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te Blouke" initials="CB" lastIdx="3" clrIdx="0">
    <p:extLst>
      <p:ext uri="{19B8F6BF-5375-455C-9EA6-DF929625EA0E}">
        <p15:presenceInfo xmlns:p15="http://schemas.microsoft.com/office/powerpoint/2012/main" userId="Cate Blouk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8F3F"/>
    <a:srgbClr val="00B0F0"/>
    <a:srgbClr val="002060"/>
    <a:srgbClr val="002F5A"/>
    <a:srgbClr val="5B87B8"/>
    <a:srgbClr val="0078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55" autoAdjust="0"/>
    <p:restoredTop sz="91442" autoAdjust="0"/>
  </p:normalViewPr>
  <p:slideViewPr>
    <p:cSldViewPr snapToGrid="0" showGuides="1">
      <p:cViewPr varScale="1">
        <p:scale>
          <a:sx n="81" d="100"/>
          <a:sy n="81" d="100"/>
        </p:scale>
        <p:origin x="606" y="3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8A2438B6-9827-0B42-BFEF-ECC9771DF94F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F50C9FA4-4F7E-0544-BBCC-5A1031732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89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386509-D086-166C-0BBA-952653023499}"/>
              </a:ext>
            </a:extLst>
          </p:cNvPr>
          <p:cNvSpPr/>
          <p:nvPr userDrawn="1"/>
        </p:nvSpPr>
        <p:spPr>
          <a:xfrm>
            <a:off x="-18476" y="-26341"/>
            <a:ext cx="12269569" cy="54033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03569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62F509-148D-C0CF-4A5F-29769636EB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5000"/>
          </a:blip>
          <a:srcRect l="1109" t="28176" b="7086"/>
          <a:stretch/>
        </p:blipFill>
        <p:spPr>
          <a:xfrm>
            <a:off x="0" y="-26342"/>
            <a:ext cx="12264997" cy="540336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B79E159-066D-06B3-E008-8D9D896F0419}"/>
              </a:ext>
            </a:extLst>
          </p:cNvPr>
          <p:cNvSpPr/>
          <p:nvPr userDrawn="1"/>
        </p:nvSpPr>
        <p:spPr>
          <a:xfrm>
            <a:off x="-23049" y="5424733"/>
            <a:ext cx="12264997" cy="14332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FE8972A-70ED-CCCD-A58C-1125E85778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799856"/>
            <a:ext cx="8945794" cy="2688505"/>
          </a:xfrm>
        </p:spPr>
        <p:txBody>
          <a:bodyPr lIns="0" anchor="b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A9A17E7-A67F-EA8C-F8AF-FCC4537DDC0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5906" y="4608274"/>
            <a:ext cx="8945794" cy="535225"/>
          </a:xfrm>
        </p:spPr>
        <p:txBody>
          <a:bodyPr lIns="0"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8F7B9A76-29BF-FFE4-242B-44A50F3157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26179" y="229296"/>
            <a:ext cx="2105532" cy="87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931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68" userDrawn="1">
          <p15:clr>
            <a:srgbClr val="FBAE40"/>
          </p15:clr>
        </p15:guide>
        <p15:guide id="2" orient="horz" pos="1128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pos="528" userDrawn="1">
          <p15:clr>
            <a:srgbClr val="FBAE40"/>
          </p15:clr>
        </p15:guide>
        <p15:guide id="5" orient="horz" pos="2832" userDrawn="1">
          <p15:clr>
            <a:srgbClr val="FBAE40"/>
          </p15:clr>
        </p15:guide>
        <p15:guide id="6" orient="horz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4EE862-82D1-EEF5-16E0-0F5C4397EF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6284" b="27481"/>
          <a:stretch/>
        </p:blipFill>
        <p:spPr>
          <a:xfrm>
            <a:off x="-23050" y="-26883"/>
            <a:ext cx="12264997" cy="540390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02DBB48-DCCC-C082-844C-DF711125F017}"/>
              </a:ext>
            </a:extLst>
          </p:cNvPr>
          <p:cNvSpPr/>
          <p:nvPr userDrawn="1"/>
        </p:nvSpPr>
        <p:spPr>
          <a:xfrm>
            <a:off x="-23049" y="5424733"/>
            <a:ext cx="12264997" cy="14332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FE8972A-70ED-CCCD-A58C-1125E85778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8100" y="2438400"/>
            <a:ext cx="7505700" cy="2705100"/>
          </a:xfrm>
        </p:spPr>
        <p:txBody>
          <a:bodyPr lIns="0" anchor="b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A9A17E7-A67F-EA8C-F8AF-FCC4537DDC0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48100" y="5562600"/>
            <a:ext cx="7505700" cy="685800"/>
          </a:xfrm>
        </p:spPr>
        <p:txBody>
          <a:bodyPr lIns="0">
            <a:norm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62BA7C8-E5B7-60BD-3695-FCEAB7B02A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26179" y="229296"/>
            <a:ext cx="2105532" cy="87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01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pos="2424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5" orient="horz" pos="3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5EBE0-4701-33AA-05E5-873B1767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6990B-3D4A-F8F1-2EEC-D30804F43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937"/>
            <a:ext cx="10515600" cy="4678163"/>
          </a:xfrm>
        </p:spPr>
        <p:txBody>
          <a:bodyPr/>
          <a:lstStyle>
            <a:lvl1pPr marL="228600" indent="-228600">
              <a:spcAft>
                <a:spcPts val="400"/>
              </a:spcAft>
              <a:buFontTx/>
              <a:buBlip>
                <a:blip r:embed="rId2"/>
              </a:buBlip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74DADC4-BC46-406C-4ECF-CFEF3D0E6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356350"/>
            <a:ext cx="533400" cy="365125"/>
          </a:xfrm>
          <a:prstGeom prst="rect">
            <a:avLst/>
          </a:prstGeom>
        </p:spPr>
        <p:txBody>
          <a:bodyPr/>
          <a:lstStyle/>
          <a:p>
            <a:fld id="{D3D2FA11-6A23-194F-9F27-5182AD2171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687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6" userDrawn="1">
          <p15:clr>
            <a:srgbClr val="FBAE40"/>
          </p15:clr>
        </p15:guide>
        <p15:guide id="2" orient="horz" pos="386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/ Emphasis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5EBE0-4701-33AA-05E5-873B1767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6990B-3D4A-F8F1-2EEC-D30804F43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8677"/>
            <a:ext cx="10515600" cy="4031160"/>
          </a:xfrm>
        </p:spPr>
        <p:txBody>
          <a:bodyPr/>
          <a:lstStyle>
            <a:lvl1pPr marL="228600" indent="-228600">
              <a:spcAft>
                <a:spcPts val="400"/>
              </a:spcAft>
              <a:buFontTx/>
              <a:buBlip>
                <a:blip r:embed="rId2"/>
              </a:buBlip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74DADC4-BC46-406C-4ECF-CFEF3D0E6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356350"/>
            <a:ext cx="533400" cy="365125"/>
          </a:xfrm>
          <a:prstGeom prst="rect">
            <a:avLst/>
          </a:prstGeom>
        </p:spPr>
        <p:txBody>
          <a:bodyPr/>
          <a:lstStyle/>
          <a:p>
            <a:fld id="{D3D2FA11-6A23-194F-9F27-5182AD2171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FC254-F502-2741-FAEA-F88F22D637FF}"/>
              </a:ext>
            </a:extLst>
          </p:cNvPr>
          <p:cNvSpPr/>
          <p:nvPr userDrawn="1"/>
        </p:nvSpPr>
        <p:spPr>
          <a:xfrm>
            <a:off x="0" y="5643595"/>
            <a:ext cx="12192000" cy="59899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Ins="822960" rtlCol="0" anchor="ctr"/>
          <a:lstStyle>
            <a:defPPr>
              <a:defRPr lang="en-US"/>
            </a:defPPr>
            <a:lvl1pPr marL="0" algn="l" defTabSz="464424" rtl="0" eaLnBrk="1" latinLnBrk="0" hangingPunct="1">
              <a:defRPr sz="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232212" algn="l" defTabSz="464424" rtl="0" eaLnBrk="1" latinLnBrk="0" hangingPunct="1">
              <a:defRPr sz="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64424" algn="l" defTabSz="464424" rtl="0" eaLnBrk="1" latinLnBrk="0" hangingPunct="1">
              <a:defRPr sz="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696636" algn="l" defTabSz="464424" rtl="0" eaLnBrk="1" latinLnBrk="0" hangingPunct="1">
              <a:defRPr sz="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928848" algn="l" defTabSz="464424" rtl="0" eaLnBrk="1" latinLnBrk="0" hangingPunct="1">
              <a:defRPr sz="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161059" algn="l" defTabSz="464424" rtl="0" eaLnBrk="1" latinLnBrk="0" hangingPunct="1">
              <a:defRPr sz="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393271" algn="l" defTabSz="464424" rtl="0" eaLnBrk="1" latinLnBrk="0" hangingPunct="1">
              <a:defRPr sz="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625483" algn="l" defTabSz="464424" rtl="0" eaLnBrk="1" latinLnBrk="0" hangingPunct="1">
              <a:defRPr sz="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57695" algn="l" defTabSz="464424" rtl="0" eaLnBrk="1" latinLnBrk="0" hangingPunct="1">
              <a:defRPr sz="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endParaRPr lang="en-US" sz="1000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F778B73-280C-4FE2-3197-9CDAB4F5E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5643054"/>
            <a:ext cx="10515600" cy="598996"/>
          </a:xfrm>
        </p:spPr>
        <p:txBody>
          <a:bodyPr anchor="ctr" anchorCtr="0"/>
          <a:lstStyle>
            <a:lvl1pPr marL="0" indent="0">
              <a:spcBef>
                <a:spcPts val="400"/>
              </a:spcBef>
              <a:buFontTx/>
              <a:buNone/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 in bold, no more than two lines</a:t>
            </a:r>
          </a:p>
        </p:txBody>
      </p:sp>
    </p:spTree>
    <p:extLst>
      <p:ext uri="{BB962C8B-B14F-4D97-AF65-F5344CB8AC3E}">
        <p14:creationId xmlns:p14="http://schemas.microsoft.com/office/powerpoint/2010/main" val="3471030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80" userDrawn="1">
          <p15:clr>
            <a:srgbClr val="FBAE40"/>
          </p15:clr>
        </p15:guide>
        <p15:guide id="2" orient="horz" pos="3552" userDrawn="1">
          <p15:clr>
            <a:srgbClr val="FBAE40"/>
          </p15:clr>
        </p15:guide>
        <p15:guide id="3" orient="horz" pos="105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0E80D6-2D6A-ABC4-58F7-A369F0BEA347}"/>
              </a:ext>
            </a:extLst>
          </p:cNvPr>
          <p:cNvSpPr/>
          <p:nvPr userDrawn="1"/>
        </p:nvSpPr>
        <p:spPr>
          <a:xfrm>
            <a:off x="-36499" y="1600200"/>
            <a:ext cx="12264997" cy="37768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03569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F5EA3D-E98F-F41B-1019-B00EA810D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/>
          <a:stretch/>
        </p:blipFill>
        <p:spPr>
          <a:xfrm>
            <a:off x="-47150" y="1600201"/>
            <a:ext cx="12271502" cy="37768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506FC3A-6CE5-233F-1E61-E4AC690656C0}"/>
              </a:ext>
            </a:extLst>
          </p:cNvPr>
          <p:cNvSpPr/>
          <p:nvPr userDrawn="1"/>
        </p:nvSpPr>
        <p:spPr>
          <a:xfrm>
            <a:off x="-23049" y="5424733"/>
            <a:ext cx="12264997" cy="14332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2EDB7A7-2BA8-F05E-65FF-5322396CE83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4610099"/>
            <a:ext cx="8953500" cy="516457"/>
          </a:xfrm>
        </p:spPr>
        <p:txBody>
          <a:bodyPr lIns="0"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544C8-D7AF-B5E1-6AA8-00D42B1460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790700"/>
            <a:ext cx="8953500" cy="2697661"/>
          </a:xfrm>
        </p:spPr>
        <p:txBody>
          <a:bodyPr lIns="0" anchor="b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E6377706-1555-84E9-2B2C-177ACA4A22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11987" y="427282"/>
            <a:ext cx="1736845" cy="72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861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8" userDrawn="1">
          <p15:clr>
            <a:srgbClr val="FBAE40"/>
          </p15:clr>
        </p15:guide>
        <p15:guide id="3" pos="6168" userDrawn="1">
          <p15:clr>
            <a:srgbClr val="FBAE40"/>
          </p15:clr>
        </p15:guide>
        <p15:guide id="4" orient="horz" pos="3240" userDrawn="1">
          <p15:clr>
            <a:srgbClr val="FBAE40"/>
          </p15:clr>
        </p15:guide>
        <p15:guide id="5" orient="horz" pos="2880" userDrawn="1">
          <p15:clr>
            <a:srgbClr val="FBAE40"/>
          </p15:clr>
        </p15:guide>
        <p15:guide id="6" orient="horz" pos="283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5CC782-630E-41B0-F87A-127904F284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3215" b="27482"/>
          <a:stretch/>
        </p:blipFill>
        <p:spPr>
          <a:xfrm>
            <a:off x="-23050" y="1600200"/>
            <a:ext cx="12264997" cy="37768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A5E3A5D-A5CF-F44D-BBAD-1604F45FE5E9}"/>
              </a:ext>
            </a:extLst>
          </p:cNvPr>
          <p:cNvSpPr/>
          <p:nvPr userDrawn="1"/>
        </p:nvSpPr>
        <p:spPr>
          <a:xfrm>
            <a:off x="-23049" y="5424733"/>
            <a:ext cx="12264997" cy="14332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FD41B74-00DC-E4C2-A2DE-8C975EB113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4610099"/>
            <a:ext cx="8953500" cy="516457"/>
          </a:xfrm>
        </p:spPr>
        <p:txBody>
          <a:bodyPr lIns="0"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802AD52-6F70-EFB1-E1A6-1D796C7B48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790700"/>
            <a:ext cx="8953500" cy="2697661"/>
          </a:xfrm>
        </p:spPr>
        <p:txBody>
          <a:bodyPr lIns="0" anchor="b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21C3FD9F-C0BC-67FD-BB7F-BED93D0570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11987" y="427282"/>
            <a:ext cx="1736845" cy="72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874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68" userDrawn="1">
          <p15:clr>
            <a:srgbClr val="FBAE40"/>
          </p15:clr>
        </p15:guide>
        <p15:guide id="2" orient="horz" pos="1128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880" userDrawn="1">
          <p15:clr>
            <a:srgbClr val="FBAE40"/>
          </p15:clr>
        </p15:guide>
        <p15:guide id="5" orient="horz" pos="283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EFBBA-308D-9D98-4037-2872487D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25533-6B43-54D3-76C1-83CCB0F9A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443411"/>
          </a:xfrm>
        </p:spPr>
        <p:txBody>
          <a:bodyPr/>
          <a:lstStyle>
            <a:lvl1pPr marL="228600" indent="-228600">
              <a:spcAft>
                <a:spcPts val="400"/>
              </a:spcAft>
              <a:buFontTx/>
              <a:buBlip>
                <a:blip r:embed="rId2"/>
              </a:buBlip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56BDB-9A4E-1852-21D7-D9B396D78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8"/>
            <a:ext cx="5181600" cy="4443411"/>
          </a:xfrm>
        </p:spPr>
        <p:txBody>
          <a:bodyPr/>
          <a:lstStyle>
            <a:lvl1pPr marL="228600" indent="-228600">
              <a:spcAft>
                <a:spcPts val="400"/>
              </a:spcAft>
              <a:buFontTx/>
              <a:buBlip>
                <a:blip r:embed="rId2"/>
              </a:buBlip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670A3CD-7D69-B9D8-EE7F-6EE905DD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356350"/>
            <a:ext cx="533400" cy="365125"/>
          </a:xfrm>
          <a:prstGeom prst="rect">
            <a:avLst/>
          </a:prstGeom>
        </p:spPr>
        <p:txBody>
          <a:bodyPr/>
          <a:lstStyle/>
          <a:p>
            <a:fld id="{D3D2FA11-6A23-194F-9F27-5182AD2171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109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2" userDrawn="1">
          <p15:clr>
            <a:srgbClr val="FBAE40"/>
          </p15:clr>
        </p15:guide>
        <p15:guide id="2" pos="3888" userDrawn="1">
          <p15:clr>
            <a:srgbClr val="FBAE40"/>
          </p15:clr>
        </p15:guide>
        <p15:guide id="3" orient="horz" pos="1056" userDrawn="1">
          <p15:clr>
            <a:srgbClr val="FBAE40"/>
          </p15:clr>
        </p15:guide>
        <p15:guide id="4" orient="horz" pos="386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/ Emphasis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EFBBA-308D-9D98-4037-2872487D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670A3CD-7D69-B9D8-EE7F-6EE905DD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356350"/>
            <a:ext cx="533400" cy="365125"/>
          </a:xfrm>
          <a:prstGeom prst="rect">
            <a:avLst/>
          </a:prstGeom>
        </p:spPr>
        <p:txBody>
          <a:bodyPr/>
          <a:lstStyle/>
          <a:p>
            <a:fld id="{D3D2FA11-6A23-194F-9F27-5182AD2171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F98A07-4AED-C504-C743-BB318ACDA82A}"/>
              </a:ext>
            </a:extLst>
          </p:cNvPr>
          <p:cNvSpPr/>
          <p:nvPr userDrawn="1"/>
        </p:nvSpPr>
        <p:spPr>
          <a:xfrm>
            <a:off x="0" y="5643595"/>
            <a:ext cx="12192000" cy="598996"/>
          </a:xfrm>
          <a:prstGeom prst="rect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Ins="822960" rtlCol="0" anchor="ctr"/>
          <a:lstStyle>
            <a:defPPr>
              <a:defRPr lang="en-US"/>
            </a:defPPr>
            <a:lvl1pPr marL="0" algn="l" defTabSz="464424" rtl="0" eaLnBrk="1" latinLnBrk="0" hangingPunct="1">
              <a:defRPr sz="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232212" algn="l" defTabSz="464424" rtl="0" eaLnBrk="1" latinLnBrk="0" hangingPunct="1">
              <a:defRPr sz="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64424" algn="l" defTabSz="464424" rtl="0" eaLnBrk="1" latinLnBrk="0" hangingPunct="1">
              <a:defRPr sz="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696636" algn="l" defTabSz="464424" rtl="0" eaLnBrk="1" latinLnBrk="0" hangingPunct="1">
              <a:defRPr sz="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928848" algn="l" defTabSz="464424" rtl="0" eaLnBrk="1" latinLnBrk="0" hangingPunct="1">
              <a:defRPr sz="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161059" algn="l" defTabSz="464424" rtl="0" eaLnBrk="1" latinLnBrk="0" hangingPunct="1">
              <a:defRPr sz="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393271" algn="l" defTabSz="464424" rtl="0" eaLnBrk="1" latinLnBrk="0" hangingPunct="1">
              <a:defRPr sz="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625483" algn="l" defTabSz="464424" rtl="0" eaLnBrk="1" latinLnBrk="0" hangingPunct="1">
              <a:defRPr sz="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57695" algn="l" defTabSz="464424" rtl="0" eaLnBrk="1" latinLnBrk="0" hangingPunct="1">
              <a:defRPr sz="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endParaRPr lang="en-US" sz="1000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DF4B0A-625E-59B8-9B7A-F67C18A4B3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3838607"/>
          </a:xfrm>
        </p:spPr>
        <p:txBody>
          <a:bodyPr/>
          <a:lstStyle>
            <a:lvl1pPr marL="228600" indent="-228600">
              <a:spcAft>
                <a:spcPts val="400"/>
              </a:spcAft>
              <a:buFontTx/>
              <a:buBlip>
                <a:blip r:embed="rId2"/>
              </a:buBlip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E71A84C-B8CE-54DF-0F3C-D67B26EFD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8"/>
            <a:ext cx="5181600" cy="3838607"/>
          </a:xfrm>
        </p:spPr>
        <p:txBody>
          <a:bodyPr/>
          <a:lstStyle>
            <a:lvl1pPr marL="228600" indent="-228600">
              <a:spcAft>
                <a:spcPts val="400"/>
              </a:spcAft>
              <a:buFontTx/>
              <a:buBlip>
                <a:blip r:embed="rId2"/>
              </a:buBlip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44A9E0B-ED4D-B662-9177-179C16DB4B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5643054"/>
            <a:ext cx="10515600" cy="598996"/>
          </a:xfrm>
        </p:spPr>
        <p:txBody>
          <a:bodyPr anchor="ctr" anchorCtr="0"/>
          <a:lstStyle>
            <a:lvl1pPr marL="0" indent="0">
              <a:spcBef>
                <a:spcPts val="400"/>
              </a:spcBef>
              <a:buFontTx/>
              <a:buNone/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Text in bold, no more than two lines</a:t>
            </a:r>
          </a:p>
        </p:txBody>
      </p:sp>
    </p:spTree>
    <p:extLst>
      <p:ext uri="{BB962C8B-B14F-4D97-AF65-F5344CB8AC3E}">
        <p14:creationId xmlns:p14="http://schemas.microsoft.com/office/powerpoint/2010/main" val="3477748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88" userDrawn="1">
          <p15:clr>
            <a:srgbClr val="FBAE40"/>
          </p15:clr>
        </p15:guide>
        <p15:guide id="2" pos="3792" userDrawn="1">
          <p15:clr>
            <a:srgbClr val="FBAE40"/>
          </p15:clr>
        </p15:guide>
        <p15:guide id="3" orient="horz" pos="1056" userDrawn="1">
          <p15:clr>
            <a:srgbClr val="FBAE40"/>
          </p15:clr>
        </p15:guide>
        <p15:guide id="4" orient="horz" pos="3552" userDrawn="1">
          <p15:clr>
            <a:srgbClr val="FBAE40"/>
          </p15:clr>
        </p15:guide>
        <p15:guide id="5" orient="horz" pos="34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EFBBA-308D-9D98-4037-2872487D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25533-6B43-54D3-76C1-83CCB0F9A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181600" cy="4443411"/>
          </a:xfrm>
        </p:spPr>
        <p:txBody>
          <a:bodyPr/>
          <a:lstStyle>
            <a:lvl1pPr marL="228600" indent="-228600">
              <a:spcAft>
                <a:spcPts val="400"/>
              </a:spcAft>
              <a:buFontTx/>
              <a:buBlip>
                <a:blip r:embed="rId2"/>
              </a:buBlip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670A3CD-7D69-B9D8-EE7F-6EE905DD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356350"/>
            <a:ext cx="533400" cy="365125"/>
          </a:xfrm>
          <a:prstGeom prst="rect">
            <a:avLst/>
          </a:prstGeom>
        </p:spPr>
        <p:txBody>
          <a:bodyPr/>
          <a:lstStyle/>
          <a:p>
            <a:fld id="{D3D2FA11-6A23-194F-9F27-5182AD2171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573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2" userDrawn="1">
          <p15:clr>
            <a:srgbClr val="FBAE40"/>
          </p15:clr>
        </p15:guide>
        <p15:guide id="2" pos="3984" userDrawn="1">
          <p15:clr>
            <a:srgbClr val="FBAE40"/>
          </p15:clr>
        </p15:guide>
        <p15:guide id="3" orient="horz" pos="1056" userDrawn="1">
          <p15:clr>
            <a:srgbClr val="FBAE40"/>
          </p15:clr>
        </p15:guide>
        <p15:guide id="4" orient="horz" pos="386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05020-CC61-5A0C-D328-7AA234F69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215"/>
            <a:ext cx="3886200" cy="1360985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90D473-CAF5-606D-3F1F-76BAAD189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356350"/>
            <a:ext cx="533400" cy="365125"/>
          </a:xfrm>
          <a:prstGeom prst="rect">
            <a:avLst/>
          </a:prstGeom>
        </p:spPr>
        <p:txBody>
          <a:bodyPr/>
          <a:lstStyle/>
          <a:p>
            <a:fld id="{D3D2FA11-6A23-194F-9F27-5182AD2171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6B5C5EA-3D0D-5C68-5152-68DAFD4D6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2529"/>
            <a:ext cx="3886200" cy="3691571"/>
          </a:xfrm>
        </p:spPr>
        <p:txBody>
          <a:bodyPr>
            <a:normAutofit/>
          </a:bodyPr>
          <a:lstStyle>
            <a:lvl1pPr marL="0" indent="0">
              <a:spcAft>
                <a:spcPts val="200"/>
              </a:spcAft>
              <a:buFontTx/>
              <a:buNone/>
              <a:defRPr sz="1600"/>
            </a:lvl1pPr>
            <a:lvl2pPr marL="457200" indent="0">
              <a:spcAft>
                <a:spcPts val="200"/>
              </a:spcAft>
              <a:buFontTx/>
              <a:buNone/>
              <a:defRPr sz="1600"/>
            </a:lvl2pPr>
            <a:lvl3pPr marL="914400" indent="0">
              <a:spcAft>
                <a:spcPts val="200"/>
              </a:spcAft>
              <a:buFontTx/>
              <a:buNone/>
              <a:defRPr sz="1600"/>
            </a:lvl3pPr>
            <a:lvl4pPr marL="1371600" indent="0">
              <a:spcAft>
                <a:spcPts val="200"/>
              </a:spcAft>
              <a:buFontTx/>
              <a:buNone/>
              <a:defRPr sz="1600"/>
            </a:lvl4pPr>
            <a:lvl5pPr marL="1828800" indent="0">
              <a:spcAft>
                <a:spcPts val="200"/>
              </a:spcAft>
              <a:buFontTx/>
              <a:buNone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1008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264" userDrawn="1">
          <p15:clr>
            <a:srgbClr val="FBAE40"/>
          </p15:clr>
        </p15:guide>
        <p15:guide id="4" pos="2976" userDrawn="1">
          <p15:clr>
            <a:srgbClr val="FBAE40"/>
          </p15:clr>
        </p15:guide>
        <p15:guide id="7" orient="horz" pos="1536" userDrawn="1">
          <p15:clr>
            <a:srgbClr val="FBAE40"/>
          </p15:clr>
        </p15:guide>
        <p15:guide id="8" orient="horz" pos="624" userDrawn="1">
          <p15:clr>
            <a:srgbClr val="FBAE40"/>
          </p15:clr>
        </p15:guide>
        <p15:guide id="9" orient="horz" pos="1488" userDrawn="1">
          <p15:clr>
            <a:srgbClr val="FBAE40"/>
          </p15:clr>
        </p15:guide>
        <p15:guide id="10" orient="horz" pos="386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F5E03-C4D1-4832-A28F-9810DCE62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0415F-9E0C-1E83-845D-8BD9BCE27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40012"/>
            <a:ext cx="5157787" cy="3494088"/>
          </a:xfrm>
        </p:spPr>
        <p:txBody>
          <a:bodyPr/>
          <a:lstStyle>
            <a:lvl1pPr marL="228600" indent="-228600">
              <a:spcAft>
                <a:spcPts val="400"/>
              </a:spcAft>
              <a:buFontTx/>
              <a:buBlip>
                <a:blip r:embed="rId2"/>
              </a:buBlip>
              <a:defRPr sz="2200"/>
            </a:lvl1pPr>
            <a:lvl2pPr>
              <a:spcAft>
                <a:spcPts val="400"/>
              </a:spcAft>
              <a:defRPr sz="2000"/>
            </a:lvl2pPr>
            <a:lvl3pPr>
              <a:spcAft>
                <a:spcPts val="400"/>
              </a:spcAft>
              <a:defRPr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26126C-F6EB-0AFA-BE11-F388936D0D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824CA-6327-F939-6AE8-7DEEDF4B23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40012"/>
            <a:ext cx="5183188" cy="3494088"/>
          </a:xfrm>
        </p:spPr>
        <p:txBody>
          <a:bodyPr/>
          <a:lstStyle>
            <a:lvl1pPr marL="228600" indent="-228600">
              <a:spcAft>
                <a:spcPts val="400"/>
              </a:spcAft>
              <a:buFontTx/>
              <a:buBlip>
                <a:blip r:embed="rId2"/>
              </a:buBlip>
              <a:defRPr sz="2200"/>
            </a:lvl1pPr>
            <a:lvl2pPr>
              <a:spcAft>
                <a:spcPts val="400"/>
              </a:spcAft>
              <a:defRPr sz="2000"/>
            </a:lvl2pPr>
            <a:lvl3pPr>
              <a:spcAft>
                <a:spcPts val="400"/>
              </a:spcAft>
              <a:defRPr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11E1B43-C7BE-C634-1F03-94F03B942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CFBEFB4-51F8-311C-E657-72BBB3008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356350"/>
            <a:ext cx="533400" cy="365125"/>
          </a:xfrm>
          <a:prstGeom prst="rect">
            <a:avLst/>
          </a:prstGeom>
        </p:spPr>
        <p:txBody>
          <a:bodyPr/>
          <a:lstStyle/>
          <a:p>
            <a:fld id="{D3D2FA11-6A23-194F-9F27-5182AD2171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692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88" userDrawn="1">
          <p15:clr>
            <a:srgbClr val="FBAE40"/>
          </p15:clr>
        </p15:guide>
        <p15:guide id="2" pos="3768" userDrawn="1">
          <p15:clr>
            <a:srgbClr val="FBAE40"/>
          </p15:clr>
        </p15:guide>
        <p15:guide id="3" orient="horz" pos="1056" userDrawn="1">
          <p15:clr>
            <a:srgbClr val="FBAE40"/>
          </p15:clr>
        </p15:guide>
        <p15:guide id="4" orient="horz" pos="1584" userDrawn="1">
          <p15:clr>
            <a:srgbClr val="FBAE40"/>
          </p15:clr>
        </p15:guide>
        <p15:guide id="5" orient="horz" pos="1656" userDrawn="1">
          <p15:clr>
            <a:srgbClr val="FBAE40"/>
          </p15:clr>
        </p15:guide>
        <p15:guide id="6" orient="horz" pos="386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F5E03-C4D1-4832-A28F-9810DCE62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198811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0415F-9E0C-1E83-845D-8BD9BCE27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28901"/>
            <a:ext cx="3198811" cy="3505200"/>
          </a:xfrm>
        </p:spPr>
        <p:txBody>
          <a:bodyPr/>
          <a:lstStyle>
            <a:lvl1pPr marL="228600" indent="-228600">
              <a:spcAft>
                <a:spcPts val="400"/>
              </a:spcAft>
              <a:buFontTx/>
              <a:buBlip>
                <a:blip r:embed="rId2"/>
              </a:buBlip>
              <a:defRPr sz="2200"/>
            </a:lvl1pPr>
            <a:lvl2pPr>
              <a:spcAft>
                <a:spcPts val="400"/>
              </a:spcAft>
              <a:defRPr sz="2000"/>
            </a:lvl2pPr>
            <a:lvl3pPr>
              <a:spcAft>
                <a:spcPts val="400"/>
              </a:spcAft>
              <a:defRPr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11E1B43-C7BE-C634-1F03-94F03B942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CFBEFB4-51F8-311C-E657-72BBB3008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356350"/>
            <a:ext cx="533400" cy="365125"/>
          </a:xfrm>
          <a:prstGeom prst="rect">
            <a:avLst/>
          </a:prstGeom>
        </p:spPr>
        <p:txBody>
          <a:bodyPr/>
          <a:lstStyle/>
          <a:p>
            <a:fld id="{D3D2FA11-6A23-194F-9F27-5182AD2171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97058B6-542D-2D31-7FB9-315A2CA5716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96594" y="1690688"/>
            <a:ext cx="3198811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EF3AA089-6C59-92D6-1707-9D5F4B8B75C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496594" y="2628901"/>
            <a:ext cx="3198811" cy="3505199"/>
          </a:xfrm>
        </p:spPr>
        <p:txBody>
          <a:bodyPr/>
          <a:lstStyle>
            <a:lvl1pPr marL="228600" indent="-228600">
              <a:spcAft>
                <a:spcPts val="400"/>
              </a:spcAft>
              <a:buFontTx/>
              <a:buBlip>
                <a:blip r:embed="rId2"/>
              </a:buBlip>
              <a:defRPr sz="2200"/>
            </a:lvl1pPr>
            <a:lvl2pPr>
              <a:spcAft>
                <a:spcPts val="400"/>
              </a:spcAft>
              <a:defRPr sz="2000"/>
            </a:lvl2pPr>
            <a:lvl3pPr>
              <a:spcAft>
                <a:spcPts val="400"/>
              </a:spcAft>
              <a:defRPr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DBAF656-4720-7E90-23F4-221A1547CFA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8153400" y="1681163"/>
            <a:ext cx="3198811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7F7A011D-DD1C-DD69-2A4C-53F6ADDBDD2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153400" y="2628901"/>
            <a:ext cx="3198811" cy="3505199"/>
          </a:xfrm>
        </p:spPr>
        <p:txBody>
          <a:bodyPr/>
          <a:lstStyle>
            <a:lvl1pPr marL="228600" indent="-228600">
              <a:spcAft>
                <a:spcPts val="400"/>
              </a:spcAft>
              <a:buFontTx/>
              <a:buBlip>
                <a:blip r:embed="rId2"/>
              </a:buBlip>
              <a:defRPr sz="2200"/>
            </a:lvl1pPr>
            <a:lvl2pPr>
              <a:spcAft>
                <a:spcPts val="400"/>
              </a:spcAft>
              <a:defRPr sz="2000"/>
            </a:lvl2pPr>
            <a:lvl3pPr>
              <a:spcAft>
                <a:spcPts val="400"/>
              </a:spcAft>
              <a:defRPr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654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44" userDrawn="1">
          <p15:clr>
            <a:srgbClr val="FBAE40"/>
          </p15:clr>
        </p15:guide>
        <p15:guide id="2" pos="2832" userDrawn="1">
          <p15:clr>
            <a:srgbClr val="FBAE40"/>
          </p15:clr>
        </p15:guide>
        <p15:guide id="3" pos="4848" userDrawn="1">
          <p15:clr>
            <a:srgbClr val="FBAE40"/>
          </p15:clr>
        </p15:guide>
        <p15:guide id="4" pos="5136" userDrawn="1">
          <p15:clr>
            <a:srgbClr val="FBAE40"/>
          </p15:clr>
        </p15:guide>
        <p15:guide id="5" orient="horz" pos="1056" userDrawn="1">
          <p15:clr>
            <a:srgbClr val="FBAE40"/>
          </p15:clr>
        </p15:guide>
        <p15:guide id="6" orient="horz" pos="1584" userDrawn="1">
          <p15:clr>
            <a:srgbClr val="FBAE40"/>
          </p15:clr>
        </p15:guide>
        <p15:guide id="7" orient="horz" pos="1656" userDrawn="1">
          <p15:clr>
            <a:srgbClr val="FBAE40"/>
          </p15:clr>
        </p15:guide>
        <p15:guide id="8" orient="horz" pos="386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05020-CC61-5A0C-D328-7AA234F69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90D473-CAF5-606D-3F1F-76BAAD189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356350"/>
            <a:ext cx="533400" cy="365125"/>
          </a:xfrm>
          <a:prstGeom prst="rect">
            <a:avLst/>
          </a:prstGeom>
        </p:spPr>
        <p:txBody>
          <a:bodyPr/>
          <a:lstStyle/>
          <a:p>
            <a:fld id="{D3D2FA11-6A23-194F-9F27-5182AD2171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849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180AA82-DF31-1E0F-5D75-0BA6B2F8F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356350"/>
            <a:ext cx="533400" cy="365125"/>
          </a:xfrm>
          <a:prstGeom prst="rect">
            <a:avLst/>
          </a:prstGeom>
        </p:spPr>
        <p:txBody>
          <a:bodyPr/>
          <a:lstStyle/>
          <a:p>
            <a:fld id="{D3D2FA11-6A23-194F-9F27-5182AD21715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15A02BB-85C0-7841-F2D4-8AD6F1699AF6}"/>
              </a:ext>
            </a:extLst>
          </p:cNvPr>
          <p:cNvCxnSpPr>
            <a:cxnSpLocks/>
          </p:cNvCxnSpPr>
          <p:nvPr userDrawn="1"/>
        </p:nvCxnSpPr>
        <p:spPr>
          <a:xfrm>
            <a:off x="5636301" y="2678410"/>
            <a:ext cx="2113280" cy="21031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DF860D-98AF-3926-AD20-AE8B488DF459}"/>
              </a:ext>
            </a:extLst>
          </p:cNvPr>
          <p:cNvCxnSpPr>
            <a:cxnSpLocks/>
          </p:cNvCxnSpPr>
          <p:nvPr userDrawn="1"/>
        </p:nvCxnSpPr>
        <p:spPr>
          <a:xfrm flipH="1">
            <a:off x="3544789" y="2701457"/>
            <a:ext cx="2091512" cy="20800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079969F-0561-B92E-0DC5-C3E3403B1DFB}"/>
              </a:ext>
            </a:extLst>
          </p:cNvPr>
          <p:cNvCxnSpPr>
            <a:cxnSpLocks/>
          </p:cNvCxnSpPr>
          <p:nvPr userDrawn="1"/>
        </p:nvCxnSpPr>
        <p:spPr>
          <a:xfrm>
            <a:off x="3389873" y="4781530"/>
            <a:ext cx="448971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63D405B6-A756-16C9-D03C-28EFFF3BCB6D}"/>
              </a:ext>
            </a:extLst>
          </p:cNvPr>
          <p:cNvSpPr/>
          <p:nvPr userDrawn="1"/>
        </p:nvSpPr>
        <p:spPr>
          <a:xfrm>
            <a:off x="4751262" y="2363031"/>
            <a:ext cx="1770077" cy="676851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800" dirty="0"/>
              <a:t>Referrer</a:t>
            </a:r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0F2D65-D898-547A-15F5-4BE65CE937D9}"/>
              </a:ext>
            </a:extLst>
          </p:cNvPr>
          <p:cNvSpPr/>
          <p:nvPr userDrawn="1"/>
        </p:nvSpPr>
        <p:spPr>
          <a:xfrm>
            <a:off x="6976441" y="4445671"/>
            <a:ext cx="1770077" cy="676851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800"/>
              <a:t>Target</a:t>
            </a:r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DA6B9E5-38E3-93A5-FEBC-B5F4ACBA67FC}"/>
              </a:ext>
            </a:extLst>
          </p:cNvPr>
          <p:cNvSpPr/>
          <p:nvPr userDrawn="1"/>
        </p:nvSpPr>
        <p:spPr>
          <a:xfrm>
            <a:off x="2526083" y="4445671"/>
            <a:ext cx="1770077" cy="676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800"/>
              <a:t>TAB</a:t>
            </a:r>
            <a:endParaRPr lang="en-GB"/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85169704-3812-A50D-CB4C-12ADF47F7C02}"/>
              </a:ext>
            </a:extLst>
          </p:cNvPr>
          <p:cNvSpPr/>
          <p:nvPr userDrawn="1"/>
        </p:nvSpPr>
        <p:spPr>
          <a:xfrm>
            <a:off x="5226494" y="3313775"/>
            <a:ext cx="932721" cy="572700"/>
          </a:xfrm>
          <a:prstGeom prst="wedgeRectCallout">
            <a:avLst>
              <a:gd name="adj1" fmla="val 4495"/>
              <a:gd name="adj2" fmla="val -89840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1. Speak to TAB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9ED778EB-E835-6342-0F48-351F61F6308D}"/>
              </a:ext>
            </a:extLst>
          </p:cNvPr>
          <p:cNvSpPr/>
          <p:nvPr userDrawn="1"/>
        </p:nvSpPr>
        <p:spPr>
          <a:xfrm>
            <a:off x="6167449" y="4186958"/>
            <a:ext cx="742418" cy="292843"/>
          </a:xfrm>
          <a:prstGeom prst="wedgeRectCallout">
            <a:avLst>
              <a:gd name="adj1" fmla="val 70041"/>
              <a:gd name="adj2" fmla="val 50912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2. OK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47112D04-832D-3C73-ABE2-71A97DF5B447}"/>
              </a:ext>
            </a:extLst>
          </p:cNvPr>
          <p:cNvSpPr/>
          <p:nvPr userDrawn="1"/>
        </p:nvSpPr>
        <p:spPr>
          <a:xfrm>
            <a:off x="4513496" y="4090502"/>
            <a:ext cx="932720" cy="572700"/>
          </a:xfrm>
          <a:prstGeom prst="wedgeRectCallout">
            <a:avLst>
              <a:gd name="adj1" fmla="val -82317"/>
              <a:gd name="adj2" fmla="val -195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3. Hello, it’s TAB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7CF584-5945-F5D4-96A4-F415FD6CB6E8}"/>
              </a:ext>
            </a:extLst>
          </p:cNvPr>
          <p:cNvSpPr txBox="1"/>
          <p:nvPr userDrawn="1"/>
        </p:nvSpPr>
        <p:spPr>
          <a:xfrm>
            <a:off x="6848540" y="1875072"/>
            <a:ext cx="949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/>
              <a:t>EITHER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5A67D0-4CE3-855A-E706-74C70BD7D231}"/>
              </a:ext>
            </a:extLst>
          </p:cNvPr>
          <p:cNvSpPr txBox="1"/>
          <p:nvPr userDrawn="1"/>
        </p:nvSpPr>
        <p:spPr>
          <a:xfrm>
            <a:off x="7348676" y="3233981"/>
            <a:ext cx="530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/>
              <a:t>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C0D160-7378-EC33-50EB-9429190C84B8}"/>
              </a:ext>
            </a:extLst>
          </p:cNvPr>
          <p:cNvSpPr txBox="1"/>
          <p:nvPr userDrawn="1"/>
        </p:nvSpPr>
        <p:spPr>
          <a:xfrm>
            <a:off x="7912665" y="1847413"/>
            <a:ext cx="19693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000000"/>
                </a:solidFill>
                <a:ea typeface="Inter"/>
                <a:cs typeface="Inter"/>
                <a:sym typeface="Inter"/>
              </a:rPr>
              <a:t>start at a contact (</a:t>
            </a:r>
            <a:r>
              <a:rPr lang="en-GB" sz="1600" b="0" u="sng" dirty="0">
                <a:solidFill>
                  <a:srgbClr val="000000"/>
                </a:solidFill>
                <a:ea typeface="Inter"/>
                <a:cs typeface="Inter"/>
                <a:sym typeface="Inter"/>
              </a:rPr>
              <a:t>Referrer)</a:t>
            </a:r>
            <a:r>
              <a:rPr lang="en-GB" sz="1600" b="0" u="none" dirty="0">
                <a:solidFill>
                  <a:srgbClr val="000000"/>
                </a:solidFill>
                <a:ea typeface="Inter"/>
                <a:cs typeface="Inter"/>
                <a:sym typeface="Inter"/>
              </a:rPr>
              <a:t>, and ask who they know</a:t>
            </a:r>
            <a:endParaRPr lang="en-GB" sz="1600" b="0" dirty="0">
              <a:solidFill>
                <a:srgbClr val="000000"/>
              </a:solidFill>
              <a:ea typeface="Inter"/>
              <a:cs typeface="Inter"/>
              <a:sym typeface="Inte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917793-BAD2-E97B-6F5C-5809697FB627}"/>
              </a:ext>
            </a:extLst>
          </p:cNvPr>
          <p:cNvSpPr txBox="1"/>
          <p:nvPr userDrawn="1"/>
        </p:nvSpPr>
        <p:spPr>
          <a:xfrm>
            <a:off x="7879591" y="3188168"/>
            <a:ext cx="22810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000000"/>
                </a:solidFill>
                <a:ea typeface="Inter"/>
                <a:cs typeface="Inter"/>
                <a:sym typeface="Inter"/>
              </a:rPr>
              <a:t>start at a desired contact (</a:t>
            </a:r>
            <a:r>
              <a:rPr lang="en-GB" sz="1600" u="sng" dirty="0">
                <a:solidFill>
                  <a:srgbClr val="000000"/>
                </a:solidFill>
                <a:ea typeface="Inter"/>
                <a:cs typeface="Inter"/>
                <a:sym typeface="Inter"/>
              </a:rPr>
              <a:t>Target)</a:t>
            </a:r>
            <a:r>
              <a:rPr lang="en-GB" sz="1600" u="none" dirty="0">
                <a:solidFill>
                  <a:srgbClr val="000000"/>
                </a:solidFill>
                <a:ea typeface="Inter"/>
                <a:cs typeface="Inter"/>
                <a:sym typeface="Inter"/>
              </a:rPr>
              <a:t>, and find a mutual contact who’ll refer you</a:t>
            </a:r>
            <a:endParaRPr lang="en-GB" sz="1600" dirty="0">
              <a:solidFill>
                <a:srgbClr val="000000"/>
              </a:solidFill>
              <a:ea typeface="Inter"/>
              <a:cs typeface="Inter"/>
              <a:sym typeface="Inter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6FAF56B-A560-D381-D38F-236CCB94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</p:spPr>
        <p:txBody>
          <a:bodyPr/>
          <a:lstStyle/>
          <a:p>
            <a:r>
              <a:rPr lang="en-GB" sz="2800" dirty="0">
                <a:solidFill>
                  <a:srgbClr val="0063B2"/>
                </a:solidFill>
                <a:ea typeface="Inter SemiBold"/>
                <a:cs typeface="Inter SemiBold"/>
                <a:sym typeface="Inter SemiBold"/>
              </a:rPr>
              <a:t>How referrals work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2929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/>
      <p:bldP spid="14" grpId="0"/>
      <p:bldP spid="17" grpId="0"/>
      <p:bldP spid="18" grpId="0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5181600" cy="45259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400800" y="1600201"/>
            <a:ext cx="5181600" cy="45259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357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7EFA29-4BCA-E2C2-4B11-51AF73C2E362}"/>
              </a:ext>
            </a:extLst>
          </p:cNvPr>
          <p:cNvSpPr/>
          <p:nvPr userDrawn="1"/>
        </p:nvSpPr>
        <p:spPr>
          <a:xfrm>
            <a:off x="0" y="6261100"/>
            <a:ext cx="12192000" cy="596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F08423-F822-B9EB-C689-B0693CBDA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97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008A8-6BF4-6B23-EA7C-6EB7EF09E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57024"/>
            <a:ext cx="10515600" cy="467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AE15F9-8465-208D-7E63-F7B303FDF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91800" y="6356350"/>
            <a:ext cx="7620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5"/>
                </a:solidFill>
              </a:defRPr>
            </a:lvl1pPr>
          </a:lstStyle>
          <a:p>
            <a:fld id="{22B43160-D3D3-DE44-9977-B6D77675BF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F95AE472-0C0B-FCFE-779E-966A85C188EB}"/>
              </a:ext>
            </a:extLst>
          </p:cNvPr>
          <p:cNvSpPr txBox="1">
            <a:spLocks/>
          </p:cNvSpPr>
          <p:nvPr userDrawn="1"/>
        </p:nvSpPr>
        <p:spPr>
          <a:xfrm>
            <a:off x="4105506" y="6356349"/>
            <a:ext cx="6858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© 2023 The Alternative Board is a registered trademark. All rights reserved.</a:t>
            </a: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F777501F-93C8-AAE8-ADA7-7D8D02E02B3B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38200" y="6333206"/>
            <a:ext cx="990601" cy="41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34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4" r:id="rId4"/>
    <p:sldLayoutId id="2147483651" r:id="rId5"/>
    <p:sldLayoutId id="2147483663" r:id="rId6"/>
    <p:sldLayoutId id="2147483652" r:id="rId7"/>
    <p:sldLayoutId id="2147483665" r:id="rId8"/>
    <p:sldLayoutId id="2147483666" r:id="rId9"/>
    <p:sldLayoutId id="2147483668" r:id="rId10"/>
    <p:sldLayoutId id="2147483653" r:id="rId11"/>
    <p:sldLayoutId id="2147483667" r:id="rId12"/>
    <p:sldLayoutId id="2147483654" r:id="rId13"/>
    <p:sldLayoutId id="2147483655" r:id="rId14"/>
    <p:sldLayoutId id="2147483670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2F5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4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" userDrawn="1">
          <p15:clr>
            <a:srgbClr val="F26B43"/>
          </p15:clr>
        </p15:guide>
        <p15:guide id="2" pos="528" userDrawn="1">
          <p15:clr>
            <a:srgbClr val="F26B43"/>
          </p15:clr>
        </p15:guide>
        <p15:guide id="5" pos="7152" userDrawn="1">
          <p15:clr>
            <a:srgbClr val="F26B43"/>
          </p15:clr>
        </p15:guide>
        <p15:guide id="6" orient="horz" pos="3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6221DA-B0E9-EC1E-6981-384AC84C1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75" y="64889"/>
            <a:ext cx="11916697" cy="572237"/>
          </a:xfrm>
        </p:spPr>
        <p:txBody>
          <a:bodyPr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 panose="020B0503020204020204"/>
                <a:ea typeface="+mj-ea"/>
                <a:cs typeface="+mj-cs"/>
              </a:rPr>
              <a:t>The “Playbook” for Small Business Strategic Growth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 panose="020B0503020204020204"/>
              <a:ea typeface="+mj-ea"/>
              <a:cs typeface="+mj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6B32B-5F24-AE51-844C-3C0DD73F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D2FA11-6A23-194F-9F27-5182AD21715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18181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18181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19C6C8-D9AE-F6FC-A12F-EDEE17B396FC}"/>
              </a:ext>
            </a:extLst>
          </p:cNvPr>
          <p:cNvSpPr/>
          <p:nvPr/>
        </p:nvSpPr>
        <p:spPr>
          <a:xfrm>
            <a:off x="295593" y="3249222"/>
            <a:ext cx="7585408" cy="29324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CA526A-8AD3-5A13-6E96-F7E332730F10}"/>
              </a:ext>
            </a:extLst>
          </p:cNvPr>
          <p:cNvSpPr/>
          <p:nvPr/>
        </p:nvSpPr>
        <p:spPr>
          <a:xfrm>
            <a:off x="5533600" y="625906"/>
            <a:ext cx="6447990" cy="2462341"/>
          </a:xfrm>
          <a:prstGeom prst="rect">
            <a:avLst/>
          </a:prstGeom>
          <a:solidFill>
            <a:srgbClr val="0A153C">
              <a:lumMod val="10000"/>
              <a:lumOff val="90000"/>
            </a:srgbClr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51134A-840E-E053-92C9-A37E011DA117}"/>
              </a:ext>
            </a:extLst>
          </p:cNvPr>
          <p:cNvSpPr/>
          <p:nvPr/>
        </p:nvSpPr>
        <p:spPr>
          <a:xfrm>
            <a:off x="353510" y="627539"/>
            <a:ext cx="5048597" cy="2462341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0206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445359-CE65-BD3E-B8C6-C89BA5ED0354}"/>
              </a:ext>
            </a:extLst>
          </p:cNvPr>
          <p:cNvSpPr txBox="1"/>
          <p:nvPr/>
        </p:nvSpPr>
        <p:spPr>
          <a:xfrm>
            <a:off x="681200" y="1074541"/>
            <a:ext cx="1130531" cy="52322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Personal Vision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D5901B-41AB-4F85-82A6-E1FF1F351F0D}"/>
              </a:ext>
            </a:extLst>
          </p:cNvPr>
          <p:cNvSpPr txBox="1"/>
          <p:nvPr/>
        </p:nvSpPr>
        <p:spPr>
          <a:xfrm>
            <a:off x="1950292" y="1065495"/>
            <a:ext cx="1294016" cy="52322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Company  Vision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24898-8CB6-FBD4-47E2-6E5AB7228CA2}"/>
              </a:ext>
            </a:extLst>
          </p:cNvPr>
          <p:cNvSpPr txBox="1"/>
          <p:nvPr/>
        </p:nvSpPr>
        <p:spPr>
          <a:xfrm>
            <a:off x="681200" y="1763764"/>
            <a:ext cx="1348048" cy="52322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Values and Culture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B7C995-DE32-1BC6-15E3-0F06145908B9}"/>
              </a:ext>
            </a:extLst>
          </p:cNvPr>
          <p:cNvSpPr txBox="1"/>
          <p:nvPr/>
        </p:nvSpPr>
        <p:spPr>
          <a:xfrm>
            <a:off x="2113779" y="1763766"/>
            <a:ext cx="1130531" cy="30777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SWOT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8EDC41-3F46-D19B-9404-1ACF21CCF2D1}"/>
              </a:ext>
            </a:extLst>
          </p:cNvPr>
          <p:cNvSpPr txBox="1"/>
          <p:nvPr/>
        </p:nvSpPr>
        <p:spPr>
          <a:xfrm>
            <a:off x="3382871" y="1746099"/>
            <a:ext cx="1787237" cy="30777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Strategic Advantage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D706A-67CE-100E-384D-133D7A145F5E}"/>
              </a:ext>
            </a:extLst>
          </p:cNvPr>
          <p:cNvSpPr txBox="1"/>
          <p:nvPr/>
        </p:nvSpPr>
        <p:spPr>
          <a:xfrm>
            <a:off x="681200" y="2402948"/>
            <a:ext cx="1787237" cy="52322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Critical Success Factors (CSF)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A9C623-4FBC-6E9E-1885-473FB9245581}"/>
              </a:ext>
            </a:extLst>
          </p:cNvPr>
          <p:cNvSpPr txBox="1"/>
          <p:nvPr/>
        </p:nvSpPr>
        <p:spPr>
          <a:xfrm>
            <a:off x="2546071" y="2402950"/>
            <a:ext cx="949014" cy="30777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KPIs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6B95C9-EB79-86A1-4380-9DCE272D15AB}"/>
              </a:ext>
            </a:extLst>
          </p:cNvPr>
          <p:cNvSpPr txBox="1"/>
          <p:nvPr/>
        </p:nvSpPr>
        <p:spPr>
          <a:xfrm>
            <a:off x="3382869" y="1065495"/>
            <a:ext cx="1072342" cy="52322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Business Diagnostic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F56277-5EFD-22D4-BCF9-07BD8FF5F9F9}"/>
              </a:ext>
            </a:extLst>
          </p:cNvPr>
          <p:cNvSpPr txBox="1"/>
          <p:nvPr/>
        </p:nvSpPr>
        <p:spPr>
          <a:xfrm>
            <a:off x="530891" y="674301"/>
            <a:ext cx="4798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1. Define the Ingredients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C16425-C77D-B7C3-A2A5-C6DE7EA3F1DB}"/>
              </a:ext>
            </a:extLst>
          </p:cNvPr>
          <p:cNvSpPr txBox="1"/>
          <p:nvPr/>
        </p:nvSpPr>
        <p:spPr>
          <a:xfrm>
            <a:off x="5811109" y="1065919"/>
            <a:ext cx="5932994" cy="584775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Strategic Plan (1-year and long term)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High Level Goals (per CSFs) 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 Strategy 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   Action Plans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5F977B-D84D-9535-FA7C-0BE9EE255631}"/>
              </a:ext>
            </a:extLst>
          </p:cNvPr>
          <p:cNvSpPr txBox="1"/>
          <p:nvPr/>
        </p:nvSpPr>
        <p:spPr>
          <a:xfrm>
            <a:off x="5811111" y="1894135"/>
            <a:ext cx="2290191" cy="830997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sng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Accountability Org Chart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Current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Future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55298D-6A1A-E3B1-4941-0EC77CEEC1B7}"/>
              </a:ext>
            </a:extLst>
          </p:cNvPr>
          <p:cNvSpPr txBox="1"/>
          <p:nvPr/>
        </p:nvSpPr>
        <p:spPr>
          <a:xfrm>
            <a:off x="5763310" y="680196"/>
            <a:ext cx="4185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2. Create the Basic Plan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95B344E-C4D3-A3BC-FDC7-D39049290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961898"/>
              </p:ext>
            </p:extLst>
          </p:nvPr>
        </p:nvGraphicFramePr>
        <p:xfrm>
          <a:off x="610864" y="4349910"/>
          <a:ext cx="6923560" cy="1681480"/>
        </p:xfrm>
        <a:graphic>
          <a:graphicData uri="http://schemas.openxmlformats.org/drawingml/2006/table">
            <a:tbl>
              <a:tblPr firstRow="1" bandRow="1"/>
              <a:tblGrid>
                <a:gridCol w="1030511">
                  <a:extLst>
                    <a:ext uri="{9D8B030D-6E8A-4147-A177-3AD203B41FA5}">
                      <a16:colId xmlns:a16="http://schemas.microsoft.com/office/drawing/2014/main" val="3300037798"/>
                    </a:ext>
                  </a:extLst>
                </a:gridCol>
                <a:gridCol w="1388414">
                  <a:extLst>
                    <a:ext uri="{9D8B030D-6E8A-4147-A177-3AD203B41FA5}">
                      <a16:colId xmlns:a16="http://schemas.microsoft.com/office/drawing/2014/main" val="2543684928"/>
                    </a:ext>
                  </a:extLst>
                </a:gridCol>
                <a:gridCol w="1690783">
                  <a:extLst>
                    <a:ext uri="{9D8B030D-6E8A-4147-A177-3AD203B41FA5}">
                      <a16:colId xmlns:a16="http://schemas.microsoft.com/office/drawing/2014/main" val="1713294321"/>
                    </a:ext>
                  </a:extLst>
                </a:gridCol>
                <a:gridCol w="1045597">
                  <a:extLst>
                    <a:ext uri="{9D8B030D-6E8A-4147-A177-3AD203B41FA5}">
                      <a16:colId xmlns:a16="http://schemas.microsoft.com/office/drawing/2014/main" val="93683918"/>
                    </a:ext>
                  </a:extLst>
                </a:gridCol>
                <a:gridCol w="1768255">
                  <a:extLst>
                    <a:ext uri="{9D8B030D-6E8A-4147-A177-3AD203B41FA5}">
                      <a16:colId xmlns:a16="http://schemas.microsoft.com/office/drawing/2014/main" val="1533035669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9pPr>
                    </a:lstStyle>
                    <a:p>
                      <a:pPr algn="ctr"/>
                      <a:r>
                        <a:rPr lang="en-US" sz="1600" b="0" dirty="0">
                          <a:solidFill>
                            <a:srgbClr val="002060"/>
                          </a:solidFill>
                        </a:rPr>
                        <a:t>Sales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9pPr>
                    </a:lstStyle>
                    <a:p>
                      <a:pPr algn="ctr"/>
                      <a:r>
                        <a:rPr lang="en-US" sz="1600" b="0" dirty="0">
                          <a:solidFill>
                            <a:srgbClr val="002060"/>
                          </a:solidFill>
                        </a:rPr>
                        <a:t>Marketing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9pPr>
                    </a:lstStyle>
                    <a:p>
                      <a:pPr algn="ctr"/>
                      <a:r>
                        <a:rPr lang="en-US" sz="1600" b="0" dirty="0">
                          <a:solidFill>
                            <a:srgbClr val="002060"/>
                          </a:solidFill>
                        </a:rPr>
                        <a:t>Operations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9pPr>
                    </a:lstStyle>
                    <a:p>
                      <a:pPr algn="ctr"/>
                      <a:r>
                        <a:rPr lang="en-US" sz="1600" b="0" dirty="0">
                          <a:solidFill>
                            <a:srgbClr val="002060"/>
                          </a:solidFill>
                        </a:rPr>
                        <a:t>HR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9pPr>
                    </a:lstStyle>
                    <a:p>
                      <a:pPr algn="ctr"/>
                      <a:r>
                        <a:rPr lang="en-US" sz="1600" b="0" dirty="0">
                          <a:solidFill>
                            <a:srgbClr val="002060"/>
                          </a:solidFill>
                        </a:rPr>
                        <a:t>Finance &amp; Admin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35272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9pPr>
                    </a:lstStyle>
                    <a:p>
                      <a:endParaRPr lang="en-US" sz="1600" dirty="0"/>
                    </a:p>
                    <a:p>
                      <a:endParaRPr lang="en-US" sz="1600" dirty="0"/>
                    </a:p>
                    <a:p>
                      <a:endParaRPr lang="en-US" sz="1600" dirty="0"/>
                    </a:p>
                    <a:p>
                      <a:endParaRPr lang="en-US" sz="1600" dirty="0"/>
                    </a:p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9pPr>
                    </a:lstStyle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9pPr>
                    </a:lstStyle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9pPr>
                    </a:lstStyle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orbel" panose="020B0503020204020204"/>
                        </a:defRPr>
                      </a:lvl9pPr>
                    </a:lstStyle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57989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3EB4C292-423F-F06B-2F68-743380A3998E}"/>
              </a:ext>
            </a:extLst>
          </p:cNvPr>
          <p:cNvSpPr txBox="1"/>
          <p:nvPr/>
        </p:nvSpPr>
        <p:spPr>
          <a:xfrm>
            <a:off x="852610" y="3262224"/>
            <a:ext cx="6923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3. Systemize the Process and Structure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928906-6F29-83E5-A76B-AC546EE3FBD4}"/>
              </a:ext>
            </a:extLst>
          </p:cNvPr>
          <p:cNvSpPr txBox="1"/>
          <p:nvPr/>
        </p:nvSpPr>
        <p:spPr>
          <a:xfrm>
            <a:off x="702024" y="5021895"/>
            <a:ext cx="6737063" cy="830997"/>
          </a:xfrm>
          <a:prstGeom prst="rect">
            <a:avLst/>
          </a:prstGeom>
          <a:solidFill>
            <a:srgbClr val="FFFFFF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For each of these functional and management pillars, define: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Owner, Accountabilities, Main Objectives, Key Principles/Strategy, </a:t>
            </a:r>
            <a:r>
              <a:rPr lang="en-US" sz="1600" kern="0" dirty="0">
                <a:solidFill>
                  <a:srgbClr val="414141"/>
                </a:solidFill>
                <a:latin typeface="Corbel" panose="020B0503020204020204"/>
              </a:rPr>
              <a:t>Mission Critical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SOPs, metrics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8073925-5CCE-192A-F570-170ADAD1B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949619"/>
              </p:ext>
            </p:extLst>
          </p:nvPr>
        </p:nvGraphicFramePr>
        <p:xfrm>
          <a:off x="610867" y="3726875"/>
          <a:ext cx="6923560" cy="370840"/>
        </p:xfrm>
        <a:graphic>
          <a:graphicData uri="http://schemas.openxmlformats.org/drawingml/2006/table">
            <a:tbl>
              <a:tblPr firstRow="1" bandRow="1"/>
              <a:tblGrid>
                <a:gridCol w="6923560">
                  <a:extLst>
                    <a:ext uri="{9D8B030D-6E8A-4147-A177-3AD203B41FA5}">
                      <a16:colId xmlns:a16="http://schemas.microsoft.com/office/drawing/2014/main" val="3300037798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orbel" panose="020B0503020204020204"/>
                        </a:defRPr>
                      </a:lvl9pPr>
                    </a:lstStyle>
                    <a:p>
                      <a:pPr algn="ctr"/>
                      <a:r>
                        <a:rPr lang="en-US" sz="1600" b="0" dirty="0">
                          <a:solidFill>
                            <a:srgbClr val="002060"/>
                          </a:solidFill>
                        </a:rPr>
                        <a:t>Management &amp; Leadership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352722"/>
                  </a:ext>
                </a:extLst>
              </a:tr>
            </a:tbl>
          </a:graphicData>
        </a:graphic>
      </p:graphicFrame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72F4B0C-4C05-B0BB-1EC1-A0FEDFC8C91E}"/>
              </a:ext>
            </a:extLst>
          </p:cNvPr>
          <p:cNvCxnSpPr>
            <a:cxnSpLocks/>
          </p:cNvCxnSpPr>
          <p:nvPr/>
        </p:nvCxnSpPr>
        <p:spPr>
          <a:xfrm>
            <a:off x="4216665" y="4092375"/>
            <a:ext cx="0" cy="257537"/>
          </a:xfrm>
          <a:prstGeom prst="line">
            <a:avLst/>
          </a:prstGeom>
          <a:noFill/>
          <a:ln w="6350" cap="flat" cmpd="sng" algn="ctr">
            <a:solidFill>
              <a:srgbClr val="002F59"/>
            </a:solidFill>
            <a:prstDash val="solid"/>
            <a:miter lim="800000"/>
          </a:ln>
          <a:effectLst/>
        </p:spPr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1C8015D-FFEB-FCF7-25A4-ADCE96470457}"/>
              </a:ext>
            </a:extLst>
          </p:cNvPr>
          <p:cNvSpPr txBox="1"/>
          <p:nvPr/>
        </p:nvSpPr>
        <p:spPr>
          <a:xfrm>
            <a:off x="8237788" y="1899610"/>
            <a:ext cx="1711031" cy="338554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90-Day goals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5A81D5-B717-90BF-BFDB-714AEAD20C7B}"/>
              </a:ext>
            </a:extLst>
          </p:cNvPr>
          <p:cNvSpPr txBox="1"/>
          <p:nvPr/>
        </p:nvSpPr>
        <p:spPr>
          <a:xfrm>
            <a:off x="7985254" y="3203983"/>
            <a:ext cx="3996336" cy="2970044"/>
          </a:xfrm>
          <a:prstGeom prst="rect">
            <a:avLst/>
          </a:prstGeom>
          <a:noFill/>
          <a:ln>
            <a:solidFill>
              <a:srgbClr val="002F5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sng" strike="noStrike" kern="1200" cap="none" spc="0" normalizeH="0" noProof="0" dirty="0">
                <a:ln>
                  <a:noFill/>
                </a:ln>
                <a:solidFill>
                  <a:srgbClr val="002F5A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Objectives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rgbClr val="002F5A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Effective structure for faster, positive growth and “easier” management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rgbClr val="002F5A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Faster decisions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rgbClr val="002F5A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Optimum performance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rgbClr val="002F5A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Facilitates “owning the business” vs “running it day to day”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rgbClr val="002F5A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Optimum market value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AD76EE-825A-930F-1145-3ED3589A98E7}"/>
              </a:ext>
            </a:extLst>
          </p:cNvPr>
          <p:cNvSpPr txBox="1"/>
          <p:nvPr/>
        </p:nvSpPr>
        <p:spPr>
          <a:xfrm>
            <a:off x="8237787" y="2355428"/>
            <a:ext cx="1711031" cy="307777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Dashboard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FA475A-8E8B-8166-B445-27A5559B2309}"/>
              </a:ext>
            </a:extLst>
          </p:cNvPr>
          <p:cNvSpPr/>
          <p:nvPr/>
        </p:nvSpPr>
        <p:spPr>
          <a:xfrm>
            <a:off x="0" y="6223379"/>
            <a:ext cx="12191999" cy="6812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01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AB Corporate">
      <a:dk1>
        <a:srgbClr val="414141"/>
      </a:dk1>
      <a:lt1>
        <a:srgbClr val="FFFFFF"/>
      </a:lt1>
      <a:dk2>
        <a:srgbClr val="222222"/>
      </a:dk2>
      <a:lt2>
        <a:srgbClr val="E7E6E6"/>
      </a:lt2>
      <a:accent1>
        <a:srgbClr val="002F59"/>
      </a:accent1>
      <a:accent2>
        <a:srgbClr val="0063B0"/>
      </a:accent2>
      <a:accent3>
        <a:srgbClr val="F78F3F"/>
      </a:accent3>
      <a:accent4>
        <a:srgbClr val="DBE8F2"/>
      </a:accent4>
      <a:accent5>
        <a:srgbClr val="818181"/>
      </a:accent5>
      <a:accent6>
        <a:srgbClr val="0A153C"/>
      </a:accent6>
      <a:hlink>
        <a:srgbClr val="0078D6"/>
      </a:hlink>
      <a:folHlink>
        <a:srgbClr val="002F59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28280</TotalTime>
  <Words>147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Corbel</vt:lpstr>
      <vt:lpstr>Inter</vt:lpstr>
      <vt:lpstr>Inter SemiBold</vt:lpstr>
      <vt:lpstr>Office Theme</vt:lpstr>
      <vt:lpstr>The “Playbook” for Small Business Strategic Growth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Icons</dc:title>
  <dc:creator>Cate Blouke</dc:creator>
  <cp:lastModifiedBy>Keith StClair</cp:lastModifiedBy>
  <cp:revision>191</cp:revision>
  <cp:lastPrinted>2024-11-25T12:56:01Z</cp:lastPrinted>
  <dcterms:created xsi:type="dcterms:W3CDTF">2023-01-24T18:34:13Z</dcterms:created>
  <dcterms:modified xsi:type="dcterms:W3CDTF">2025-01-10T23:16:21Z</dcterms:modified>
</cp:coreProperties>
</file>